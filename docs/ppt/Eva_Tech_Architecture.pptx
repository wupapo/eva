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-914400"/>
            <a:ext cx="3657600" cy="3657600"/>
          </a:xfrm>
          <a:prstGeom prst="ellipse">
            <a:avLst/>
          </a:prstGeom>
          <a:solidFill>
            <a:srgbClr val="1E2A3A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1371600"/>
            <a:ext cx="1280160" cy="12801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1322" y="170444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057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</a:t>
            </a:r>
            <a:endParaRPr lang="en-US" sz="96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offline desktop AI journaling companion.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22960" y="4297680"/>
            <a:ext cx="2313432" cy="457200"/>
          </a:xfrm>
          <a:prstGeom prst="roundRect">
            <a:avLst>
              <a:gd name="adj" fmla="val 50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29768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· M1 Air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64992" y="4297680"/>
            <a:ext cx="1641348" cy="457200"/>
          </a:xfrm>
          <a:prstGeom prst="roundRect">
            <a:avLst>
              <a:gd name="adj" fmla="val 50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64992" y="4297680"/>
            <a:ext cx="1641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 budget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34940" y="4297680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4940" y="4297680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GPU offload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96912" y="4297680"/>
            <a:ext cx="2985516" cy="457200"/>
          </a:xfrm>
          <a:prstGeom prst="roundRect">
            <a:avLst>
              <a:gd name="adj" fmla="val 50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96912" y="4297680"/>
            <a:ext cx="2985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telemetry · English only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(Rust)  ·  React + Vite  ·  Python FastAPI  ·  llama.cpp  ·  SQLite  ·  ChromaDB  ·  Markdown vault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 — four cooperating processes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9738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0400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562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Shell (Rust)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00200" y="22219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macOS window · packaging · entitlements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028432" y="2404872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283464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68680" y="304038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31830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29992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00200" y="33649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screens · token-based design system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028432" y="3547872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080" y="397764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68680" y="418338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4326026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00200" y="41422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Backend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1600200" y="45079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brain · ~28 endpoints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028432" y="4690872"/>
            <a:ext cx="310896" cy="31089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40080" y="512064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868680" y="532638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" y="5469026"/>
            <a:ext cx="263347" cy="26334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600200" y="52852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llama-server (llama.cpp)</a:t>
            </a:r>
            <a:endParaRPr lang="en-US" sz="1700" dirty="0"/>
          </a:p>
        </p:txBody>
      </p:sp>
      <p:sp>
        <p:nvSpPr>
          <p:cNvPr id="27" name="Text 18"/>
          <p:cNvSpPr/>
          <p:nvPr/>
        </p:nvSpPr>
        <p:spPr>
          <a:xfrm>
            <a:off x="1600200" y="56509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LLM binary · port 11500 · Metal GPU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873252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DATA STORES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8732520" y="21031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8961120" y="230886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3766" y="2451506"/>
            <a:ext cx="263347" cy="263347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6926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Vault</a:t>
            </a:r>
            <a:endParaRPr lang="en-US" sz="1500" dirty="0"/>
          </a:p>
        </p:txBody>
      </p:sp>
      <p:sp>
        <p:nvSpPr>
          <p:cNvPr id="33" name="Text 23"/>
          <p:cNvSpPr/>
          <p:nvPr/>
        </p:nvSpPr>
        <p:spPr>
          <a:xfrm>
            <a:off x="9692640" y="2633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8732520" y="32461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8961120" y="345186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3766" y="3594506"/>
            <a:ext cx="263347" cy="263347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69264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9692640" y="3776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facts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8732520" y="43891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8961120" y="459486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3766" y="4737506"/>
            <a:ext cx="263347" cy="26334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692640" y="4572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500" dirty="0"/>
          </a:p>
        </p:txBody>
      </p:sp>
      <p:sp>
        <p:nvSpPr>
          <p:cNvPr id="43" name="Text 31"/>
          <p:cNvSpPr/>
          <p:nvPr/>
        </p:nvSpPr>
        <p:spPr>
          <a:xfrm>
            <a:off x="9692640" y="4919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5" name="Text 33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inside a single laptop — no cloud, no remote services</a:t>
            </a:r>
            <a:endParaRPr lang="en-US" sz="950" dirty="0"/>
          </a:p>
        </p:txBody>
      </p:sp>
      <p:sp>
        <p:nvSpPr>
          <p:cNvPr id="46" name="Text 34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Architecture — enforced in code, not policy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NETWORKING LIBRARY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07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urllib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41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aiohttp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07992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07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huggingface_hub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657600"/>
            <a:ext cx="640080" cy="6400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434840" y="246888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94960" y="2697480"/>
            <a:ext cx="1097280" cy="10972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253" y="2982773"/>
            <a:ext cx="526694" cy="52669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2628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socket.connect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526280" y="4206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guarded choke-point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78892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2104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 blocked</a:t>
            </a:r>
            <a:endParaRPr lang="en-US" sz="1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361188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321040" y="35204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allowed arrow:
</a:t>
            </a:r>
            <a:pPr indent="0" marL="0">
              <a:buNone/>
            </a:pPr>
            <a:r>
              <a:rPr lang="en-US" sz="13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model download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434840" y="4937760"/>
            <a:ext cx="7269480" cy="1143000"/>
          </a:xfrm>
          <a:prstGeom prst="roundRect">
            <a:avLst>
              <a:gd name="adj" fmla="val 64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5138928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03520" y="502920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“Offline ✓” badge is truthful — </a:t>
            </a:r>
            <a:pPr indent="0" marL="0">
              <a:buNone/>
            </a:pPr>
            <a:r>
              <a:rPr lang="en-US" sz="14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sits beneath it. </a:t>
            </a:r>
            <a:pPr indent="0" marL="0">
              <a:buNone/>
            </a:pPr>
            <a:r>
              <a:rPr lang="en-US" sz="14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via </a:t>
            </a:r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/privacy/audit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25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net_guard.py monkeypatches the socket layer at startup — catches libraries not yet imported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Layer — React + Vite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48840"/>
            <a:ext cx="822960" cy="82296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3628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· dark mode · calm motion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tokens.css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stylesheets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· Card · Badge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EmptyState · Icon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434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SCREENS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2240280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10328" y="2532888"/>
            <a:ext cx="603504" cy="603504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239" y="2689799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17920" y="2240280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84848" y="2532888"/>
            <a:ext cx="603504" cy="603504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759" y="2689799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092440" y="2240280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59368" y="2532888"/>
            <a:ext cx="603504" cy="603504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6279" y="2689799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9244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9966960" y="2240280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533888" y="2532888"/>
            <a:ext cx="603504" cy="603504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0799" y="2689799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6696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343400" y="4069080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910328" y="4361688"/>
            <a:ext cx="603504" cy="603504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239" y="4518599"/>
            <a:ext cx="289682" cy="28968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34340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6217920" y="4069080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784848" y="4361688"/>
            <a:ext cx="603504" cy="603504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1759" y="4518599"/>
            <a:ext cx="289682" cy="28968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21792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8092440" y="4069080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8659368" y="4361688"/>
            <a:ext cx="603504" cy="603504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6279" y="4518599"/>
            <a:ext cx="289682" cy="28968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09244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</a:t>
            </a:r>
            <a:endParaRPr lang="en-US" sz="1400" dirty="0"/>
          </a:p>
        </p:txBody>
      </p:sp>
      <p:sp>
        <p:nvSpPr>
          <p:cNvPr id="40" name="Shape 30"/>
          <p:cNvSpPr/>
          <p:nvPr/>
        </p:nvSpPr>
        <p:spPr>
          <a:xfrm>
            <a:off x="9966960" y="4069080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10533888" y="4361688"/>
            <a:ext cx="603504" cy="603504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0799" y="4518599"/>
            <a:ext cx="289682" cy="28968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96696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5" name="Text 34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ui/src — useHealth &amp; useTheme hooks wire live backend status into the shell</a:t>
            </a:r>
            <a:endParaRPr lang="en-US" sz="950" dirty="0"/>
          </a:p>
        </p:txBody>
      </p:sp>
      <p:sp>
        <p:nvSpPr>
          <p:cNvPr id="46" name="Text 35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Tauri / Desktop Shell — wrapping the web UI native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03120" y="2331720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9541" y="2498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build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88920"/>
            <a:ext cx="502920" cy="5029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0" y="21031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52160" y="2331720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581" y="24981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Shell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57200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tauri.conf · capabilities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788920"/>
            <a:ext cx="502920" cy="5029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321040" y="21031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9601200" y="2331720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621" y="2498141"/>
            <a:ext cx="307238" cy="3072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210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.app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32104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Info.plist · entitlements · icons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822960" y="438912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1097280" y="4663440"/>
            <a:ext cx="822960" cy="82296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1250" y="4877410"/>
            <a:ext cx="395021" cy="39502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148840" y="45720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setup.sh</a:t>
            </a:r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one-shot install pipeline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2148840" y="50292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all dependencies and downloads every model — the only moment Eva is allowed to touch the network.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0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ui/src-tauri — the Rust shell turns the local web app into a signed, sandboxed desktop binary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 Surface — FastAPI, ~28 endpoints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225125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/chat · /chat/conversations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56432" y="182880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12464" y="2084832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885" y="225125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712464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/entry · /journal/* · media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72784" y="182880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28816" y="2084832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237" y="225125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78624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528816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/insights/mood · graph · growth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89136" y="182880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45168" y="2084832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1589" y="2251253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94976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345168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  (GET · PUT)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397764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6112" y="4233672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3" y="4400093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4361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896112" y="5074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/corpus/* upload · list · delete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3456432" y="397764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712464" y="4233672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8885" y="4400093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462272" y="4361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3712464" y="5074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/stt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272784" y="397764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528816" y="4233672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5237" y="4400093"/>
            <a:ext cx="307238" cy="30723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278624" y="4361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800" dirty="0"/>
          </a:p>
        </p:txBody>
      </p:sp>
      <p:sp>
        <p:nvSpPr>
          <p:cNvPr id="39" name="Text 30"/>
          <p:cNvSpPr/>
          <p:nvPr/>
        </p:nvSpPr>
        <p:spPr>
          <a:xfrm>
            <a:off x="6528816" y="5074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 · /settings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9089136" y="397764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345168" y="4233672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1589" y="4400093"/>
            <a:ext cx="307238" cy="30723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0094976" y="4361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800" dirty="0"/>
          </a:p>
        </p:txBody>
      </p:sp>
      <p:sp>
        <p:nvSpPr>
          <p:cNvPr id="44" name="Text 34"/>
          <p:cNvSpPr/>
          <p:nvPr/>
        </p:nvSpPr>
        <p:spPr>
          <a:xfrm>
            <a:off x="9345168" y="5074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/privacy/audit · /vault/reveal</a:t>
            </a:r>
            <a:endParaRPr lang="en-US" sz="1150" dirty="0"/>
          </a:p>
        </p:txBody>
      </p:sp>
      <p:sp>
        <p:nvSpPr>
          <p:cNvPr id="45" name="Shape 35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6" name="Text 36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backend/app.py — a thin HTTP/WebSocket surface over the memory, LLM and voice subsystems</a:t>
            </a:r>
            <a:endParaRPr lang="en-US" sz="950" dirty="0"/>
          </a:p>
        </p:txBody>
      </p:sp>
      <p:sp>
        <p:nvSpPr>
          <p:cNvPr id="47" name="Text 37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Serving — gemma-4-E2B on Metal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2148840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621" y="23152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client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client.py · per-request sampling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60604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896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: 11500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51960" y="192024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60720" y="2148840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141" y="231526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5196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llama-server (llama.cpp)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25196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&amp; supervised by server.py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2606040"/>
            <a:ext cx="640080" cy="6400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869680" y="192024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10012680" y="2148840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9101" y="2315261"/>
            <a:ext cx="307238" cy="30723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6968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M1 · Metal GPU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8696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offloaded (-1)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FLAGS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" y="4434840"/>
            <a:ext cx="1536192" cy="502920"/>
          </a:xfrm>
          <a:prstGeom prst="roundRect">
            <a:avLst>
              <a:gd name="adj" fmla="val 49091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40080" y="44348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Q4_K_XL GGUF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2404872" y="4434840"/>
            <a:ext cx="1641348" cy="502920"/>
          </a:xfrm>
          <a:prstGeom prst="roundRect">
            <a:avLst>
              <a:gd name="adj" fmla="val 49091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404872" y="4434840"/>
            <a:ext cx="164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q8_0 KV cache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274820" y="4434840"/>
            <a:ext cx="1851660" cy="502920"/>
          </a:xfrm>
          <a:prstGeom prst="roundRect">
            <a:avLst>
              <a:gd name="adj" fmla="val 49091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274820" y="4434840"/>
            <a:ext cx="185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--flash-attn on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355080" y="4434840"/>
            <a:ext cx="1956816" cy="502920"/>
          </a:xfrm>
          <a:prstGeom prst="roundRect">
            <a:avLst>
              <a:gd name="adj" fmla="val 49091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355080" y="443484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--jinja template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540496" y="4434840"/>
            <a:ext cx="1851660" cy="502920"/>
          </a:xfrm>
          <a:prstGeom prst="roundRect">
            <a:avLst>
              <a:gd name="adj" fmla="val 49091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540496" y="4434840"/>
            <a:ext cx="185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--reasoning off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10620756" y="4434840"/>
            <a:ext cx="1115568" cy="502920"/>
          </a:xfrm>
          <a:prstGeom prst="roundRect">
            <a:avLst>
              <a:gd name="adj" fmla="val 49091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0620756" y="44348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8192 ctx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process boundary:  </a:t>
            </a:r>
            <a:pPr indent="0" marL="0">
              <a:buNone/>
            </a:pPr>
            <a:r>
              <a:rPr lang="en-US" sz="14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venv needs no llama-cpp-python — it talks to the server over plain HTTP.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8" name="Text 31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backend/llm — chat temp 1.0 / top_p 0.95 / top_k 64 · extraction temp 0.3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&amp; Data Layer — the heart of Eva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169164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20440" y="187452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086" y="201716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51960" y="1691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Vault   </a:t>
            </a:r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on disk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06440" y="27432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· rebuildable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0" y="34290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14600" y="361188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246" y="37545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4612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
</a:t>
            </a:r>
            <a:pPr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facts · schema.sql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92240" y="34290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720840" y="361188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86" y="375452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5236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
</a:t>
            </a:r>
            <a:pPr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DERIVED INTELLIGENCE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4937760"/>
            <a:ext cx="1138428" cy="566928"/>
          </a:xfrm>
          <a:prstGeom prst="roundRect">
            <a:avLst>
              <a:gd name="adj" fmla="val 1290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4937760"/>
            <a:ext cx="11384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capture.py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1979676" y="4937760"/>
            <a:ext cx="1138428" cy="566928"/>
          </a:xfrm>
          <a:prstGeom prst="roundRect">
            <a:avLst>
              <a:gd name="adj" fmla="val 1290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979676" y="4937760"/>
            <a:ext cx="11384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extract.py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319272" y="4937760"/>
            <a:ext cx="1014984" cy="566928"/>
          </a:xfrm>
          <a:prstGeom prst="roundRect">
            <a:avLst>
              <a:gd name="adj" fmla="val 1290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319272" y="4937760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vector.py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35424" y="4937760"/>
            <a:ext cx="1385316" cy="566928"/>
          </a:xfrm>
          <a:prstGeom prst="roundRect">
            <a:avLst>
              <a:gd name="adj" fmla="val 1290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535424" y="4937760"/>
            <a:ext cx="1385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retrieval.py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121908" y="4937760"/>
            <a:ext cx="891540" cy="566928"/>
          </a:xfrm>
          <a:prstGeom prst="roundRect">
            <a:avLst>
              <a:gd name="adj" fmla="val 12903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121908" y="4937760"/>
            <a:ext cx="8915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graph.py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214616" y="4937760"/>
            <a:ext cx="1014984" cy="566928"/>
          </a:xfrm>
          <a:prstGeom prst="roundRect">
            <a:avLst>
              <a:gd name="adj" fmla="val 12903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14616" y="4937760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growth.py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430768" y="4937760"/>
            <a:ext cx="1138428" cy="566928"/>
          </a:xfrm>
          <a:prstGeom prst="roundRect">
            <a:avLst>
              <a:gd name="adj" fmla="val 12903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430768" y="4937760"/>
            <a:ext cx="11384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profile.py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29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backend/memory — databases are always rebuildable from the Markdown; Markdown never depends on them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 — user documents become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2606040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621" y="27724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/corpus/upload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loaders.py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3200400"/>
            <a:ext cx="502920" cy="502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37744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16552" y="2606040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973" y="277246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02152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502152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to text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502152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loaders.py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3200400"/>
            <a:ext cx="502920" cy="5029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18504" y="237744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232904" y="2606040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5" y="277246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18504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6318504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passages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318504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chunker.py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36" y="3200400"/>
            <a:ext cx="502920" cy="5029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134856" y="237744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10049256" y="2606040"/>
            <a:ext cx="640080" cy="64008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5677" y="2772461"/>
            <a:ext cx="307238" cy="30723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34856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Store</a:t>
            </a:r>
            <a:endParaRPr lang="en-US" sz="1700" dirty="0"/>
          </a:p>
        </p:txBody>
      </p:sp>
      <p:sp>
        <p:nvSpPr>
          <p:cNvPr id="30" name="Text 21"/>
          <p:cNvSpPr/>
          <p:nvPr/>
        </p:nvSpPr>
        <p:spPr>
          <a:xfrm>
            <a:off x="9134856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→ ChromaDB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9134856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corpus.py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85800" y="49834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ingested, uploaded documents are retrievable alongside journal entries — feeding the same RAG context that grounds Eva's replies.</a:t>
            </a:r>
            <a:endParaRPr lang="en-US" sz="1450" dirty="0"/>
          </a:p>
        </p:txBody>
      </p:sp>
      <p:sp>
        <p:nvSpPr>
          <p:cNvPr id="33" name="Shape 24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4" name="Text 25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backend/ingest — a conveyor from raw file to retrievable passage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Pipeline — lazy-loaded STT &amp; TTS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822960" cy="82296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231709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65960" y="2450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faster-whisper</a:t>
            </a:r>
            <a:pPr indent="0" marL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stt.py   ·   /stt endpoint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317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657600"/>
            <a:ext cx="822960" cy="82296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387157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596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Speech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965960" y="40050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Kokoro TTS</a:t>
            </a:r>
            <a:pPr indent="0" marL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tts.py   →   </a:t>
            </a:r>
            <a:pPr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sentence_queue.py</a:t>
            </a:r>
            <a:pPr indent="0" marL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streams audio sentence-by-sentence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138928"/>
            <a:ext cx="777240" cy="7772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" y="5341010"/>
            <a:ext cx="373075" cy="3730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5960" y="50292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on first use — never at startup.  </a:t>
            </a:r>
            <a:pPr indent="0" marL="0">
              <a:buNone/>
            </a:pPr>
            <a:r>
              <a:rPr lang="en-US" sz="14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models stay off the 8 GB budget until the user actually speaks or listens.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16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backend/voice — the single biggest memory lever on the M1 Air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Intent, Safety &amp; Prompting — responsible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message passes three gates before it reaches the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468880"/>
            <a:ext cx="685800" cy="68580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9988" y="26471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turn to the right behaviour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intent/classifier.py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320040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07992" y="219456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33872" y="2468880"/>
            <a:ext cx="685800" cy="68580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0" y="26471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07992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Safety Check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690872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sensitive / at-risk content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07992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safety/crisis_check.py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200400"/>
            <a:ext cx="457200" cy="457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330184" y="219456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656064" y="2468880"/>
            <a:ext cx="685800" cy="68580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4372" y="264718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30184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Assembly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513064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system + extraction prompts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330184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prompts/assembly.py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85800" y="498348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914400" y="4983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sources live as editable Markdown:  </a:t>
            </a:r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eva_system.md</a:t>
            </a:r>
            <a:pPr indent="0" marL="0">
              <a:buNone/>
            </a:pPr>
            <a:r>
              <a:rPr lang="en-US" sz="14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extract_entry.md</a:t>
            </a:r>
            <a:pPr indent="0" marL="0">
              <a:buNone/>
            </a:pPr>
            <a:r>
              <a:rPr lang="en-US" sz="14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Eva's voice is reviewable, not buried in code.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2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backend/intent · backend/safety · backend/prompts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— two end-to-end journeys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842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TURN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2578608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85416" y="233172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31136" y="233172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/chat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2578608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30752" y="233172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776472" y="233172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2578608"/>
            <a:ext cx="27432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276088" y="233172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321808" y="233172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578608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21424" y="233172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867144" y="233172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llama-server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16" y="2578608"/>
            <a:ext cx="274320" cy="27432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366760" y="233172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412480" y="233172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back</a:t>
            </a:r>
            <a:endParaRPr lang="en-US" sz="10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352" y="2578608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912096" y="233172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9957816" y="233172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640080" y="3995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JOURNAL ENTRY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40080" y="434340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85800" y="4343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write</a:t>
            </a:r>
            <a:endParaRPr lang="en-US" sz="10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7672" y="4590288"/>
            <a:ext cx="274320" cy="27432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2185416" y="434340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2231136" y="4343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4590288"/>
            <a:ext cx="274320" cy="27432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3730752" y="434340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3776472" y="4343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8344" y="4590288"/>
            <a:ext cx="274320" cy="27432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5276088" y="434340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5321808" y="4343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4590288"/>
            <a:ext cx="274320" cy="274320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6821424" y="4343400"/>
            <a:ext cx="1298448" cy="777240"/>
          </a:xfrm>
          <a:prstGeom prst="roundRect">
            <a:avLst>
              <a:gd name="adj" fmla="val 8235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6867144" y="4343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update</a:t>
            </a:r>
            <a:endParaRPr lang="en-US" sz="1050" dirty="0"/>
          </a:p>
        </p:txBody>
      </p:sp>
      <p:sp>
        <p:nvSpPr>
          <p:cNvPr id="41" name="Shape 29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Text 30"/>
          <p:cNvSpPr/>
          <p:nvPr/>
        </p:nvSpPr>
        <p:spPr>
          <a:xfrm>
            <a:off x="91440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backbone both ways:  </a:t>
            </a:r>
            <a:pPr indent="0" marL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is written first, then the derived stores update — so a turn or an entry is never lost if a database is rebuilt.</a:t>
            </a:r>
            <a:endParaRPr lang="en-US" sz="1350" dirty="0"/>
          </a:p>
        </p:txBody>
      </p:sp>
      <p:sp>
        <p:nvSpPr>
          <p:cNvPr id="43" name="Shape 31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4" name="Text 32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overview — numbered handoffs across the four processes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Footprint — designing for 8 GB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384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indent="0" marL="0">
              <a:buNone/>
            </a:pPr>
            <a:r>
              <a:rPr lang="en-US" sz="3000" b="1" dirty="0">
                <a:solidFill>
                  <a:srgbClr val="93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GB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RAM — the hard ceiling that drove every choice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2011680"/>
            <a:ext cx="3449117" cy="868680"/>
          </a:xfrm>
          <a:prstGeom prst="rect">
            <a:avLst/>
          </a:prstGeom>
          <a:solidFill>
            <a:srgbClr val="2DD4BF"/>
          </a:solidFill>
          <a:ln w="25400">
            <a:solidFill>
              <a:srgbClr val="0E15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2011680"/>
            <a:ext cx="344911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 Metal GPU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72477" y="2011680"/>
            <a:ext cx="1199693" cy="868680"/>
          </a:xfrm>
          <a:prstGeom prst="rect">
            <a:avLst/>
          </a:prstGeom>
          <a:solidFill>
            <a:srgbClr val="12A594"/>
          </a:solidFill>
          <a:ln w="25400">
            <a:solidFill>
              <a:srgbClr val="0E15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72477" y="2011680"/>
            <a:ext cx="11996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q8_0 KV cache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72170" y="2011680"/>
            <a:ext cx="1349654" cy="868680"/>
          </a:xfrm>
          <a:prstGeom prst="rect">
            <a:avLst/>
          </a:prstGeom>
          <a:solidFill>
            <a:srgbClr val="F5A623"/>
          </a:solidFill>
          <a:ln w="25400">
            <a:solidFill>
              <a:srgbClr val="0E15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72170" y="2011680"/>
            <a:ext cx="13496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UI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21824" y="2011680"/>
            <a:ext cx="1499616" cy="868680"/>
          </a:xfrm>
          <a:prstGeom prst="rect">
            <a:avLst/>
          </a:prstGeom>
          <a:solidFill>
            <a:srgbClr val="1E2A3A"/>
          </a:solidFill>
          <a:ln w="25400">
            <a:solidFill>
              <a:srgbClr val="0E15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21824" y="2011680"/>
            <a:ext cx="1499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(lazy)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0" y="29900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segment is dashed-empty until first use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29768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4440326"/>
            <a:ext cx="263347" cy="26334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41148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on Metal
</a:t>
            </a:r>
            <a:pPr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offload, not CPU — 3–5× faster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7920" y="41148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19088" y="429768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734" y="4440326"/>
            <a:ext cx="263347" cy="26334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32320" y="41148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q8_0 KV cache
</a:t>
            </a:r>
            <a:pPr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KV-cache RAM (needs flash-attn)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40080" y="51663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41248" y="534924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5491886"/>
            <a:ext cx="263347" cy="26334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54480" y="5166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voice models
</a:t>
            </a:r>
            <a:pPr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only on first speak/listen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217920" y="51663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419088" y="5349240"/>
            <a:ext cx="548640" cy="548640"/>
          </a:xfrm>
          <a:prstGeom prst="ellipse">
            <a:avLst/>
          </a:prstGeom>
          <a:solidFill>
            <a:srgbClr val="0B111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734" y="5491886"/>
            <a:ext cx="263347" cy="26334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32320" y="5166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Q4_K_XL quantization
</a:t>
            </a:r>
            <a:pPr indent="0" marL="0">
              <a:buNone/>
            </a:pPr>
            <a:r>
              <a:rPr lang="en-US" sz="12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GGUF tuned for the M1 Air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640080" y="6455664"/>
            <a:ext cx="25603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27"/>
          <p:cNvSpPr/>
          <p:nvPr/>
        </p:nvSpPr>
        <p:spPr>
          <a:xfrm>
            <a:off x="96012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M1 Air constraint is the design — every tradeoff traces back to this bar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675120" y="6272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· fully offline AI journaling companion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architecture principles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130552"/>
            <a:ext cx="548640" cy="548640"/>
          </a:xfrm>
          <a:prstGeom prst="ellipse">
            <a:avLst/>
          </a:prstGeom>
          <a:solidFill>
            <a:srgbClr val="0E152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774" y="227319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011680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code    </a:t>
            </a:r>
            <a:pPr indent="0" marL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block lives in net_guard.py, not a policy doc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2871216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24128" y="2990088"/>
            <a:ext cx="548640" cy="548640"/>
          </a:xfrm>
          <a:prstGeom prst="ellipse">
            <a:avLst/>
          </a:prstGeom>
          <a:solidFill>
            <a:srgbClr val="0E15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74" y="313273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2871216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is truth    </a:t>
            </a:r>
            <a:pPr indent="0" marL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entries on disk are the source of record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22960" y="3730752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24128" y="3849624"/>
            <a:ext cx="548640" cy="548640"/>
          </a:xfrm>
          <a:prstGeom prst="ellipse">
            <a:avLst/>
          </a:prstGeom>
          <a:solidFill>
            <a:srgbClr val="0E152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74" y="3992270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730752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are rebuildable    </a:t>
            </a:r>
            <a:pPr indent="0" marL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&amp; ChromaDB are derived and disposable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822960" y="4590288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18222F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024128" y="4709160"/>
            <a:ext cx="548640" cy="548640"/>
          </a:xfrm>
          <a:prstGeom prst="ellipse">
            <a:avLst/>
          </a:prstGeom>
          <a:solidFill>
            <a:srgbClr val="0E152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74" y="485180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28800" y="4590288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process seams    </a:t>
            </a:r>
            <a:pPr indent="0" marL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backend and LLM server talk over thin interfaces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822960" y="5449824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1E2A3A"/>
          </a:solidFill>
          <a:ln w="12700">
            <a:solidFill>
              <a:srgbClr val="2C3A4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24128" y="5568696"/>
            <a:ext cx="548640" cy="548640"/>
          </a:xfrm>
          <a:prstGeom prst="ellipse">
            <a:avLst/>
          </a:prstGeom>
          <a:solidFill>
            <a:srgbClr val="0E152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774" y="5711342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828800" y="5449824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behind real seams    </a:t>
            </a:r>
            <a:pPr indent="0" marL="0">
              <a:buNone/>
            </a:pPr>
            <a:r>
              <a:rPr lang="en-US" sz="135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stubs implement the interface their real version will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 — Tech Architecture</dc:title>
  <dc:subject>PptxGenJS Presentation</dc:subject>
  <dc:creator>Eva</dc:creator>
  <cp:lastModifiedBy>Eva</cp:lastModifiedBy>
  <cp:revision>1</cp:revision>
  <dcterms:created xsi:type="dcterms:W3CDTF">2026-06-18T15:39:08Z</dcterms:created>
  <dcterms:modified xsi:type="dcterms:W3CDTF">2026-06-18T15:39:08Z</dcterms:modified>
</cp:coreProperties>
</file>